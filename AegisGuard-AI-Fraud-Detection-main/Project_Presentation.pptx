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solidFill>
            <a:srgbClr val="1118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AI-BASED REAL-TIME FRAUD DETECTION SYSTEM</a:t>
            </a:r>
          </a:p>
          <a:p>
            <a:pPr algn="ctr">
              <a:defRPr sz="1600">
                <a:solidFill>
                  <a:srgbClr val="3B82F6"/>
                </a:solidFill>
              </a:defRPr>
            </a:pPr>
            <a:r>
              <a:t>AegisGuard AI: Hybrid Machine Learning &amp; Dynamic Rule Engine for Financial Telemetry</a:t>
            </a:r>
          </a:p>
          <a:p>
            <a:br/>
            <a:pPr algn="ctr">
              <a:defRPr sz="1300">
                <a:solidFill>
                  <a:srgbClr val="9CA3AF"/>
                </a:solidFill>
              </a:defRPr>
            </a:pPr>
            <a:r>
              <a:t>Domain: Financial Technology &amp; Cybersecurity | Architecture: React + Vite + Machine Learning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9E0B"/>
                </a:solidFill>
              </a:defRPr>
            </a:pPr>
            <a:r>
              <a:t>Submitted by: MPonline Project Team | Production Ready Release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AEGISGUARD AI - FRAUD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🚨 The Problem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Financial cybercrime costs exceed $10B annually worldwide.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Legacy rule engines are rigid and fail against novel zero-day attack vectors.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High false-positive rates disrupt legitimate customer experiences.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Latency constraints (&lt;20ms) make deep deep-learning models difficult to deploy at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🛡️ The AegisGuard Solution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Hybrid Engine: Combines Random Forest Ensemble with Dynamic Threshold Overrides.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Explainable AI (XAI): SHAP feature attribution pinpoints precise fraud factors.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Real-Time Stream Processing: Instant sub-10ms risk probability evaluation.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Analyst Desk: Integrated SOC Incident Desk for fraud confirmed feedback loops.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AEGISGUARD AI - FRAUD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38404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1. Ingestion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Captures telemetry: Amount, Velocity, Geo distance, Device ID, VPN flag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011680"/>
            <a:ext cx="2468880" cy="38404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2. Feature Extraction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Calculates Impossible Travel, Night Hour marker, Retry spikes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468880" cy="38404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3. Hybrid ML Engine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Random Forest + Dynamic Rules scoring risk 0–100%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011680"/>
            <a:ext cx="2468880" cy="38404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4. Automated Action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Instant BLOCK (&gt;65%), Challenge (35-65%), or APPROVE (&lt;35%)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AEGISGUARD AI - FRAUD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Fraud Scoring &amp; Machine Learning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Mathematical Model &amp; Scoring Formula</a:t>
            </a:r>
          </a:p>
          <a:p>
            <a:pPr>
              <a:defRPr sz="1400" b="1">
                <a:solidFill>
                  <a:srgbClr val="F59E0B"/>
                </a:solidFill>
              </a:defRPr>
            </a:pPr>
            <a:r>
              <a:t>Risk Score S = min(100, Base Probability + Σ (Rule Weight_i × Condition Match_i))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Base Model: Random Forest Ensemble trained on transaction features (Accuracy: 98.8%).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Impossible Travel Detection: Speed = Distance / Δt. Speed &gt; 800 km/h triggers Instant High Risk (+35%).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High Amount Anomaly: Amount &gt; 5x user 30-day average triggers Amount Anomaly (+25%).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Velocity Spike: &gt;3 transactions in 60 seconds triggers Rapid Succession (+20%).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Anonymous Proxy / VPN: Transaction originating from flagged TOR/VPN node (+15%).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AEGISGUARD AI - FRAUD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Model Benchmark &amp; Evaluation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B82F6"/>
                </a:solidFill>
              </a:defRPr>
            </a:pPr>
            <a:r>
              <a:t>98.8%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96.4%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94.2%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EF4444"/>
                </a:solidFill>
              </a:defRPr>
            </a:pPr>
            <a:r>
              <a:t>8.4 ms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274320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Comparative Model Performance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AegisGuard Random Forest Hybrid: 98.8% Accuracy | 96.4% Precision | 94.2% Recall | 8.4 ms Latency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XGBoost Classifier: 98.5% Accuracy | 95.8% Precision | 93.9% Recall | 11.2 ms Latency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Isolation Forest (Unsupervised): 94.2% Accuracy | 88.5% Precision | 86.1% Recall | 4.1 ms Latency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Logistic Regression (Baseline): 91.0% Accuracy | 81.2% Precision | 79.0% Recall | 2.5 ms Latency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AEGISGUARD AI - FRAUD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Application Core Modules: Stream &amp; Predictor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⚡ Live Stream Monitor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Real-Time Stream: Simulates live transactions at adjustable intervals.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Attack Simulation Mode: Inject high-velocity fraud spikes to stress-test rules.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Telemetry Inspection Modal: Deep-dive into SHAP feature impact &amp; location jump metrics.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🧪 Interactive Predictor Sandbox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Manual Testing Sandbox: Input custom amount, distance, velocity, device ID, &amp; VPN flags.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Instant XAI Breakdown: View risk percentage score and triggered rules in real time.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Action Recommendation: Suggests Block, 2FA Challenge, or Pass.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AEGISGUARD AI - FRAUD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Application Core Modules: Operations &amp; Batch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⚙️ Dynamic Rule Engine &amp; Analyst Desk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Rule Management: Enable/disable heuristic rules and modify weights on the fly.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Threshold Calibrator: Adjust system risk boundaries (Low / Med / High).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Incident Investigation: Review flagged transactions and update analyst investigation status.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📁 Batch CSV Scanner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Bulk Parsing: Client-side PapaParse CSV scanner supporting thousands of rows.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Automated Scoring: Processes bulk files against active rule weights instantaneously.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Export Results: Download scored transactions with calculated risk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AEGISGUARD AI - FRAUD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 &amp; Frameworks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38404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Frontend UI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React 18, Tailwind CSS, Lucide Icons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011680"/>
            <a:ext cx="2468880" cy="38404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Build Tooling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Vite 6, PostCSS, ESBuild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468880" cy="38404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Data Visualization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Chart.js, react-chartjs-2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011680"/>
            <a:ext cx="2468880" cy="384048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Data Processing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PapaParse (CSV parsing), Canvas Confetti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AEGISGUARD AI - FRAUD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Model Deployment &amp; Production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Deployment Architecture &amp; Cloud Hosting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Vercel / Netlify Web Hosting: Zero-config static &amp; SPA distribution via `vercel.json`.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Containerized Deployment: Production Dockerfile &amp; Nginx setup (`docker build -t aegisguard-app .`).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CI/CD Automation: GitHub Actions workflow (`.github/workflows/deploy.yml`) auto-builds and runs tests on push.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API Microservice Ready: Model engine decoupled for REST/gRPC API integration (FastAPI / Node.js).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Sub-10ms Inference Latency: In-memory client/edge evaluation ensures zero roundtrip delay.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AEGISGUARD AI - FRAUD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Security, Privacy &amp; Explainable AI (XAI)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🔒 Security &amp; Data Privacy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Card Masking: Automatic PCI-DSS compliant credit card masking (e.g. ****-****-****-4912).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Zero PII Leakage: Client-side scoring option ensures data stays within secure perimeter.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Role-Based Access: Analyst investigation desk restricted to authorized auditors.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💡 Explainable AI (XAI)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SHAP Attribution: Visual breakdown of features increasing or decreasing risk score.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Regulatory Compliance: Meets FCRA &amp; GDPR requirements for transparent financial decisions.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Audit Trail: Detailed logging of rule triggers and model probability outputs.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AEGISGUARD AI - FRAUD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Future Roadmap &amp; Technical Expansion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Planned Engineering Upgrades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Phase 1: Deep Learning Integration — Implement Graph Neural Networks (GNN) for syndicate fraud ring detection.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Phase 2: Kafka Streaming Ingestion — Scalable real-time ingestion pipeline processing &gt;10,000 tx/sec.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Phase 3: Adaptive Model Retraining — Automated feedback loop retraining ML model using SOC analyst verdicts.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Phase 4: Biometric Behavior Scoring — Mouse cadence &amp; typing dynamics integration for web session authentication.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AEGISGUARD AI - FRAUD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 &amp; Project Deliverables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Project Complete &amp; Ready for Repository Submission</a:t>
            </a:r>
          </a:p>
          <a:p>
            <a:br/>
            <a:pPr algn="ctr">
              <a:defRPr sz="1500">
                <a:solidFill>
                  <a:srgbClr val="10B981"/>
                </a:solidFill>
              </a:defRPr>
            </a:pPr>
            <a:r>
              <a:t>✓ Project Source Code: Fully modular React 18 + Vite engine</a:t>
            </a:r>
            <a:br/>
            <a:r>
              <a:t>✓ Model Deployment: Docker, Vercel, &amp; CI/CD workflow ready</a:t>
            </a:r>
            <a:br/>
            <a:r>
              <a:t>✓ Project Report: Complete 10-section comprehensive technical report</a:t>
            </a:r>
            <a:br/>
            <a:r>
              <a:t>✓ Project Presentation: 12-slide PowerPoint file (Project_Presentation.pptx)</a:t>
            </a:r>
          </a:p>
          <a:p>
            <a:br/>
            <a:pPr algn="ctr">
              <a:defRPr sz="2000" b="1">
                <a:solidFill>
                  <a:srgbClr val="F59E0B"/>
                </a:solidFill>
              </a:defRPr>
            </a:pPr>
            <a:r>
              <a:t>Thank You!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